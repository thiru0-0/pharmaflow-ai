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MEGATHON’26</a:t>
            </a:r>
          </a:p>
          <a:p>
            <a:r>
              <a:rPr b="1">
                <a:solidFill>
                  <a:srgbClr val="0F1729"/>
                </a:solidFill>
                <a:latin typeface="Calibri"/>
              </a:rPr>
              <a:t>Fusion for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8598"/>
                </a:solidFill>
              </a:rPr>
              <a:t>24-Hour Hackathon Final Solution Submission Template</a:t>
            </a:r>
          </a:p>
          <a:p>
            <a:r>
              <a:rPr>
                <a:solidFill>
                  <a:srgbClr val="7C8598"/>
                </a:solidFill>
              </a:rPr>
              <a:t>Saveetha Engineering College (Autonomous)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1. Team &amp; Problem Overview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1591056"/>
            <a:ext cx="8503920" cy="6583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Team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645920"/>
            <a:ext cx="5532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4A3B8"/>
                </a:solidFill>
                <a:latin typeface="Calibri"/>
              </a:rPr>
              <a:t>— to be added by team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Team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240280"/>
            <a:ext cx="5532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4A3B8"/>
                </a:solidFill>
                <a:latin typeface="Calibri"/>
              </a:rPr>
              <a:t>— to be added by team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79776"/>
            <a:ext cx="8503920" cy="8595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514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Problem Statement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834640"/>
            <a:ext cx="5532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D52"/>
                </a:solidFill>
                <a:latin typeface="Calibri"/>
              </a:rPr>
              <a:t>PS-03 — Pharma Reverse Chain Compliance Platform for Drug Disposal Mandate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0168"/>
            <a:ext cx="2514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Domain /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630168"/>
            <a:ext cx="5532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D52"/>
                </a:solidFill>
                <a:latin typeface="Calibri"/>
              </a:rPr>
              <a:t>Reverse Logistics — Pharmaceutical Supply Chain Compliance &amp; Fraud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70832"/>
            <a:ext cx="8503920" cy="6583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25696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Team Members &amp;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425696"/>
            <a:ext cx="5532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4A3B8"/>
                </a:solidFill>
                <a:latin typeface="Calibri"/>
              </a:rPr>
              <a:t>— to be added by team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0056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GitHub Repository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5020056"/>
            <a:ext cx="5532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D52"/>
                </a:solidFill>
                <a:latin typeface="Calibri"/>
              </a:rPr>
              <a:t>github.com/thiru0-0/PharmaFlow-AI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559552"/>
            <a:ext cx="8503920" cy="7315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14416"/>
            <a:ext cx="2514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Demo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5614416"/>
            <a:ext cx="5532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D52"/>
                </a:solidFill>
                <a:latin typeface="Calibri"/>
              </a:rPr>
              <a:t>Local live demo — run per README (backend :8000 / frontend :3000)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2. Problem Understanding &amp; Proposed Solution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57200" y="1847088"/>
            <a:ext cx="420624" cy="4206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60780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Problem statement and motivation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CDSCO's 2025 mandate requires expired medicine to be traced retailer → distributor → manufacturer → destruction — today that journey is paper-based and unverifiable.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760780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Existing challenges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No shared proof of disposal; regulators cannot confirm a batch was destroyed; diverted stock is quietly resold with no check at the point of sale.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0273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419856"/>
            <a:ext cx="760780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Proposed solution overview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PharmaFlow AI: a coordination, verification &amp; fraud-detection layer with one tamper-evident registry linking retailer, distributor, manufacturer and regulator.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480560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97680"/>
            <a:ext cx="760780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Innovation and uniqueness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Real-time re-entry blocking at POS, an Ed25519-signed hash-chained registry, and a hard certificate gate — deterministic and auditable, not a black-box model.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5838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58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175504"/>
            <a:ext cx="760780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Key features and user benefits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Auto expiry alerts, scan-to-sell POS, OR-Tools pickup routing, dispute workflow, live regulator control tower, one-click compliance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3. Solution Architecture &amp; Technology Stack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691640"/>
            <a:ext cx="175564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91640"/>
            <a:ext cx="16093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1729"/>
                </a:solidFill>
                <a:latin typeface="Calibri"/>
              </a:rPr>
              <a:t>Retailer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7C8598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691640"/>
            <a:ext cx="175564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1691640"/>
            <a:ext cx="16093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1729"/>
                </a:solidFill>
                <a:latin typeface="Calibri"/>
              </a:rPr>
              <a:t>Distributor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7C859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175564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40"/>
            <a:ext cx="16093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1729"/>
                </a:solidFill>
                <a:latin typeface="Calibri"/>
              </a:rPr>
              <a:t>Manufacturer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7C859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91640"/>
            <a:ext cx="175564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691640"/>
            <a:ext cx="16093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1729"/>
                </a:solidFill>
                <a:latin typeface="Calibri"/>
              </a:rPr>
              <a:t>Biomedical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1729"/>
                </a:solidFill>
                <a:latin typeface="Calibri"/>
              </a:rPr>
              <a:t>Facility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7C8598"/>
                </a:solidFill>
                <a:latin typeface="Calibri"/>
              </a:rPr>
              <a:t>every handoff is written as a signed, hash-chained registry 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52928"/>
            <a:ext cx="8229600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2928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Shared Tamper-Evident Registry</a:t>
            </a:r>
            <a:r>
              <a:rPr sz="1250" b="0" i="0">
                <a:solidFill>
                  <a:srgbClr val="DBE8FF"/>
                </a:solidFill>
                <a:latin typeface="Calibri"/>
              </a:rPr>
              <a:t>   ·   Regulator: live, read-only oversight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30168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566160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Data flow / process flow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Batch state machine: ACTIVE → RETURN_INITIATED → PICKUP_SCHEDULED → (DISPUTED) → PICKUP_CONFIRMED → RECEIVED_BY_MANUFACTURER → DESTROYED_CERTIFIED.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27939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793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215384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Frontend &amp; backend technologies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Next.js 15, React 19, TypeScript, Tailwind v4  ·  FastAPI, Pydantic v2, SQLAlchemy 2.0, Alembic.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92861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2861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864608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AI/ML models or algorithms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Deterministic rule-based re-entry engine; Google OR-Tools capacitated VRP for pickup routing; SHA-256 + Ed25519 tamper-evident signing.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57784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513832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Hardware, cloud and tools used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PostgreSQL on Supabase, Server-Sent Events for real-time sync, html5-qrcode scanning, APScheduler background jobs,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4. Prototype Development &amp; Implementation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664208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95044" y="195681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56816"/>
            <a:ext cx="25877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78608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7C8598"/>
                </a:solidFill>
                <a:latin typeface="Calibri"/>
              </a:rPr>
              <a:t>screenshot placeholder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98648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F1729"/>
                </a:solidFill>
                <a:latin typeface="Calibri"/>
              </a:rPr>
              <a:t>Retailer POS — re-entry sale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1664208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19956" y="195681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956816"/>
            <a:ext cx="25877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578608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7C8598"/>
                </a:solidFill>
                <a:latin typeface="Calibri"/>
              </a:rPr>
              <a:t>screenshot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898648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F1729"/>
                </a:solidFill>
                <a:latin typeface="Calibri"/>
              </a:rPr>
              <a:t>Distributor — OR-Tools pickup 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7024" y="1664208"/>
            <a:ext cx="2587752" cy="169164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4868" y="195681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1956816"/>
            <a:ext cx="25877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578608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7C8598"/>
                </a:solidFill>
                <a:latin typeface="Calibri"/>
              </a:rPr>
              <a:t>screenshot placeholder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898648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F1729"/>
                </a:solidFill>
                <a:latin typeface="Calibri"/>
              </a:rPr>
              <a:t>Control Tower — live compliance view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584448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844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520440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Implemented modules and features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Retailer POS, Distributor routing &amp; disputes, Manufacturer receipts &amp; gated certificates, Regulator Control Tower, Registry Explorer — all real-time.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23367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336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169664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Development approach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Checkpointed &amp; test-driven: data model → auth/registry → full batch lifecycle → fraud detection → frontend → real-time → docs.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88289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8289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818888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Challenges faced and solutions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Guaranteed no-negative-stock under concurrent sales via atomic conditional updates; live cross-screen sync via an SSE event bus fired on DB commit.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53212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468112"/>
            <a:ext cx="76078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Working demo highlights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333D52"/>
                </a:solidFill>
                <a:latin typeface="Calibri"/>
              </a:rPr>
              <a:t>A blocked re-entry sale alerts the regulator &amp; manufacturer in under 2 seconds; one batch walks retailer → destruction certificate live on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5. GitHub, Testing &amp; Validation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691640"/>
            <a:ext cx="3931920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474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2563EB"/>
                </a:solidFill>
                <a:latin typeface="Calibri"/>
              </a:rPr>
              <a:t>24 / 24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automated tests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91640"/>
            <a:ext cx="3931920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691640"/>
            <a:ext cx="3474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1D4ED8"/>
                </a:solidFill>
                <a:latin typeface="Calibri"/>
              </a:rPr>
              <a:t>github.com/thiru0-0/PharmaFlow-AI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GitHub Repository Link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944368"/>
            <a:ext cx="76078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Repository structure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/backend/app/{core, db, models, schemas, services, api, jobs}, /backend/tests  ·  /frontend/app/(app)/{retailer, distributor, manufacturer, dashboard, registry, alerts, disputes}.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9476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75888"/>
            <a:ext cx="76078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Commit history and team contribution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Checkpointed commits per milestone (schema → registry → lifecycle → real-time → redesign → docs) — team split to be added.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2628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407408"/>
            <a:ext cx="76078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Documentation and code quality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README covers architecture, setup, demo accounts &amp; scripts, known limitations; typed throughout (TypeScript frontend, Pydantic-typed backend).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25780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138928"/>
            <a:ext cx="760780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Testing approach and results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pytest suite — 15 non-negotiable critical tests (fraud blocking, dispute gating, certificate gating, tamper detection) + 9 extended checks, all green.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9"/>
                </a:solidFill>
                <a:latin typeface="Calibri"/>
              </a:rPr>
              <a:t>6. Impact, Future Scope &amp; Team Contribution</a:t>
            </a:r>
          </a:p>
        </p:txBody>
      </p:sp>
      <p:pic>
        <p:nvPicPr>
          <p:cNvPr id="4" name="Picture 3" descr="Saveetha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143000" cy="18021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57200" y="193395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3395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463600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Expected impact and scalability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Operationalizes a real national mandate (CDSCO 2025); one backend + database already serves every pharmacy, distributor and manufacturer in real time.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02209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220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52344"/>
            <a:ext cx="463600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Industry / social relevance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Stops expired or diverted medicine from re-entering the market, protecting patients, and gives regulators a verifiable, tamper-evident audit trail.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110228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02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840480"/>
            <a:ext cx="463600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Future enhancements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D52"/>
                </a:solidFill>
                <a:latin typeface="Calibri"/>
              </a:rPr>
              <a:t>Inter-pharmacy stock redistribution, Postgres LISTEN/NOTIFY for multi-instance scale, a Users &amp; Licenses admin console, expiry-risk forecasting.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1983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983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928616"/>
            <a:ext cx="463600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0F1729"/>
                </a:solidFill>
                <a:latin typeface="Calibri"/>
              </a:rPr>
              <a:t>Team member contributions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1">
                <a:solidFill>
                  <a:srgbClr val="94A3B8"/>
                </a:solidFill>
                <a:latin typeface="Calibri"/>
              </a:rPr>
              <a:t>— to be added by team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66420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F1729"/>
                </a:solidFill>
                <a:latin typeface="Calibri"/>
              </a:rPr>
              <a:t>Final Demo / QR Code / Contact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084831"/>
            <a:ext cx="2093975" cy="2093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1874519" cy="18745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89320" y="43434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7C8598"/>
                </a:solidFill>
                <a:latin typeface="Calibri"/>
              </a:rPr>
              <a:t>Scan for the GitHub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80060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F1729"/>
                </a:solidFill>
                <a:latin typeface="Calibri"/>
              </a:rPr>
              <a:t>Contact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94A3B8"/>
                </a:solidFill>
                <a:latin typeface="Calibri"/>
              </a:rPr>
              <a:t>— to be added by team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